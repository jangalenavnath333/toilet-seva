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AHMEDNAGAR JILHA MARATHA VIDYA PRASARAK SAMAJ'S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Arts, Commerce and Science College, Ahmednagar (Autonomous)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95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Advanced Studies in Applied Sciences (CASAS)  |  Department of Computer Science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207008"/>
            <a:ext cx="2286000" cy="25603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813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Kaarya Planner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Task Assignment &amp; Reminder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Computer Science II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" y="3127248"/>
            <a:ext cx="1627632" cy="329184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1821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48256" y="3127248"/>
            <a:ext cx="1627632" cy="329184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15" name="Text 13"/>
          <p:cNvSpPr/>
          <p:nvPr/>
        </p:nvSpPr>
        <p:spPr>
          <a:xfrm>
            <a:off x="2093976" y="31821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Reminders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58184" y="3127248"/>
            <a:ext cx="1627632" cy="329184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31821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WhatsApp · SMS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68112" y="3127248"/>
            <a:ext cx="1627632" cy="329184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19" name="Text 17"/>
          <p:cNvSpPr/>
          <p:nvPr/>
        </p:nvSpPr>
        <p:spPr>
          <a:xfrm>
            <a:off x="5513832" y="31821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78040" y="3127248"/>
            <a:ext cx="1627632" cy="329184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1821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Jangale Navnath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 / ____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Kaarya Planner?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task management system that lets a Head of Department assign work to teachers, attach the required documents, set a deadline, and be reminded automatically when that deadline arrives.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97480" cy="219456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07568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2441448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verbal instructions and scattered WhatsApp messages with a permanent written record.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874520"/>
            <a:ext cx="2697480" cy="219456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87452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07568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4992" y="2441448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reach the HOD and the teacher automatically — before and on the deadline.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1874520"/>
            <a:ext cx="2697480" cy="219456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87452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07568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&amp; Voice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441448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can be typed in English or dictated by voice in Marathi or English.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6F4E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assign work, track it, and prove what was assigned to whom and when.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Building This?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22860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is recorded in writing with a date, so responsibility is never disputed.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22860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reminders on the due date remove dependence on human memory.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22860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see their own pending list; the HOD sees the whole department at a glance.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039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no assigned task is forgotten, no deadline is missed, and no record is lost.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Scope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Project Cover?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22860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of Department and teaching staff of a college department. Extendable to the whole institution.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22860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creating a task and attaching documents, through reminders, to completion and reporting.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22860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biometric attendance, payroll, or student examination modules in this phase.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deliberately limited to task assignment and follow-up so it stays simple and usable.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Definition of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In-Scope vs Out-of-Scope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114800" cy="2926080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700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HOD portal for assigning tasks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1993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Teacher dashboard with pending list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 attachment with each task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578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Deadline and priority setting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reminders on due 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31638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and WhatsApp notifications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456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Voice input in Marathi and English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 searchable history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4114800" cy="2926080"/>
          </a:xfrm>
          <a:prstGeom prst="rect">
            <a:avLst/>
          </a:prstGeom>
          <a:solidFill>
            <a:srgbClr val="FDECEA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1700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Payroll and salary processing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1993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 examination management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Biometric attendance hardware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2578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Android / iOS app (future)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Video conferencing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31638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Library and inventory modules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With the Existing Method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841248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207008"/>
            <a:ext cx="45720" cy="6400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2710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instructions are forgotten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15361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assigned in a corridor or meeting is not written anywhere, so it cannot be verified later.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56816"/>
            <a:ext cx="45720" cy="6400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0208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pass unnoticed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" y="2286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reminded when a due date arrives; work is discovered as pending only afterwards.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706624"/>
            <a:ext cx="45720" cy="6400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770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is maintained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3035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look up which teacher was given which task last term.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41248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456432"/>
            <a:ext cx="45720" cy="64008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520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get lost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" y="3785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 shared over chat get buried under later messages.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weak follow-up, unclear responsibility, and missed institutional deadlines.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Achieve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1298448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3990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172821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HOD create a task with teacher, description, documents and deadline in under a minute.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1298448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3990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72821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task instantly through email and WhatsApp so it is seen the same day.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1298448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3990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72821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both HOD and teacher three days before, on, and after the due date.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97480" cy="1298448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9748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862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" y="319125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task permanently and make it searchable by teacher, date or status.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697480"/>
            <a:ext cx="2697480" cy="1298448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69748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862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64992" y="319125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Marathi voice dictation so staff uncomfortable with typing can still use 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2697480"/>
            <a:ext cx="2697480" cy="1298448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2697480"/>
            <a:ext cx="2697480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862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19125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department-wise work report at the end of every term.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 Comparison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Method vs Proposed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243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43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chat message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digital form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over chat, easily lost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task permanently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2395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Remembered manually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2395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and tracked by the system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before, on and after due date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63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8880" y="3163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maintained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163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searchable archive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93008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4688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hand each time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instantly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77056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6888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typing only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and English, typed or spoken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6F4EE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removes manual follow-up entirely and makes every task auditable.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Technology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Used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43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243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243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27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1627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16276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 for mobile and desktop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11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20116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storage of tasks and users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95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31720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2395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documents attached to each task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79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31720" y="27797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7797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HOD and teacher logins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63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31720" y="31638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mail service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31638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task details with attachments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93008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547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31720" y="3547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method / Business API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547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 task message to the teacher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77056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31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33172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SMS gateway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931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staff without internet access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31720" y="4315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4315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and English speech-to-text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700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331720" y="47000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scheduled function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03520" y="47000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reminders on the due date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System Modules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 of the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4114800" cy="89611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45720" cy="8961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367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access for HOD and teachers with role-based permissions.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14800" cy="89611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34440"/>
            <a:ext cx="45720" cy="8961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367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assign and close tasks with documents and deadlines.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4114800" cy="89611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45720" cy="8961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6609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task over email, WhatsApp and SMS.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258568"/>
            <a:ext cx="4114800" cy="89611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58568"/>
            <a:ext cx="45720" cy="8961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Module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6609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service that checks due dates daily and alerts.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82696"/>
            <a:ext cx="4114800" cy="89611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82696"/>
            <a:ext cx="45720" cy="8961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85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spoken Marathi or English into task text.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282696"/>
            <a:ext cx="4114800" cy="89611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282696"/>
            <a:ext cx="45720" cy="8961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Module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685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Teacher-wise and term-wise work reports.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System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234440"/>
            <a:ext cx="71323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325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618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Portal   ·   Teacher Dashboard   ·   Voice 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EEC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194560"/>
            <a:ext cx="7132320" cy="777240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286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578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Logic   ·   Reminder Scheduler   ·   Notification 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990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EEC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154680"/>
            <a:ext cx="7132320" cy="777240"/>
          </a:xfrm>
          <a:prstGeom prst="rect">
            <a:avLst/>
          </a:prstGeom>
          <a:solidFill>
            <a:srgbClr val="3C4C82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246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5387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Database   ·   Document Storage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114800"/>
            <a:ext cx="7132320" cy="411480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206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— Email Server  ·  WhatsApp  ·  SMS Gateway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Database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Collections and Fields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43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1243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43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27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uid, name, role, email, phone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and teacher accounts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taskId, teacherId, title, details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assigned task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028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assignedDate, dueDate, priority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2395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urgency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797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40280" y="2779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completedDate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In-progress / Completed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638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40280" y="3163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docId, taskId, fileUrl, fileName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163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attached to a task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93008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547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40280" y="3547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reminderId, taskId, sendOn, sent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alerts for each task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77056"/>
            <a:ext cx="8412480" cy="36576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4028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logId, taskId, action, actor, time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change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6F4EE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written to the logs collection, so the complete history is always recoverable.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Task Lifecycle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Task Flows Through the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1481328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10512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EEC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1261872"/>
            <a:ext cx="1481328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075688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48840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48840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notification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6616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EEC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31336" y="1261872"/>
            <a:ext cx="1481328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831336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04488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04488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and works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21808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EEC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86984" y="1261872"/>
            <a:ext cx="1481328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586984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0136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0136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fires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77456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EEC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261872"/>
            <a:ext cx="1481328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42632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7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415784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15784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permanently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017520"/>
            <a:ext cx="8412480" cy="1115568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1089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3383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— HOD assigns "Prepare semester result sheet" to Prof. Deshmukh, due 20 August, with the format attached.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3630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Deshmukh receives it by email and WhatsApp within seconds and marks it In-progress.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38770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August, 9:00 AM — both receive "Prof. Deshmukh · Prepare semester result sheet · due today".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Reminder Engine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Deadline Alerts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114800" cy="29260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Reminders Are Sent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41148" cy="45720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746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assignment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1984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— new task received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04288"/>
            <a:ext cx="41148" cy="45720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313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before due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25511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— advance warning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41148" cy="45720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880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due date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31181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and teacher together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41148" cy="45720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447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due date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" y="36850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— overdue task 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292608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the HOD receives on the due date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1645920"/>
            <a:ext cx="374904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1645920"/>
            <a:ext cx="3749040" cy="36576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709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 — Kaarya Planner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10912" y="21214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S. R. Deshmukh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24597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2459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semester result sheet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27980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2798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August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10912" y="3136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3136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 2026 — today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0912" y="3474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97880" y="3474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pending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Notification Channels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Message Reaches the Staff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697480" cy="2377440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2697480" cy="530352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29844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18470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176272"/>
            <a:ext cx="2404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full task detail with attached documents. Serves as a permanent record.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188720"/>
            <a:ext cx="2697480" cy="2377440"/>
          </a:xfrm>
          <a:prstGeom prst="rect">
            <a:avLst/>
          </a:prstGeom>
          <a:solidFill>
            <a:srgbClr val="FFF4E0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188720"/>
            <a:ext cx="2697480" cy="530352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29844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18470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Paid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64992" y="2176272"/>
            <a:ext cx="2404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be read. Message is pre-composed and delivered to the teacher.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1188720"/>
            <a:ext cx="2697480" cy="237744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188720"/>
            <a:ext cx="269748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9844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8470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2176272"/>
            <a:ext cx="2404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staff even without internet. Used for urgent tasks.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475488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13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email and WhatsApp start at no cost; SMS and the WhatsApp Business API can be added later if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Voice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in Marathi or English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114800" cy="274320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755648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7647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microphone button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276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286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Marathi or English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779776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88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798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converted into text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29184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00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manually if needed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27432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645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883664"/>
            <a:ext cx="3749040" cy="566928"/>
          </a:xfrm>
          <a:prstGeom prst="rect">
            <a:avLst/>
          </a:prstGeom>
          <a:solidFill>
            <a:srgbClr val="2B356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9568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"प्रा. देशमुख यांना निकाल तयार करायला सांगा, मुदत वीस ऑगस्ट"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596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374904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9443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06440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Deshmukh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218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3218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result sheet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493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34930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6F4EE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who are not comfortable typing can still record a task in seconds — this is the main reason for the feature.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Core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Capabilities of the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807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178308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teacher, write details, set deadline and priority.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6312" y="1234440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1234440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5" name="Text 13"/>
          <p:cNvSpPr/>
          <p:nvPr/>
        </p:nvSpPr>
        <p:spPr>
          <a:xfrm>
            <a:off x="2615184" y="13807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Attachment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15184" y="178308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circulars, formats or reference files to a task.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234440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234440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45736" y="13807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Alerts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178308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 and SMS delivery.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57416" y="1234440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1234440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3807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Reminders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178308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on and after the due date.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15768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715768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86207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Dictation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264408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and English speech-to-text.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96312" y="2715768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96312" y="2715768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31" name="Text 29"/>
          <p:cNvSpPr/>
          <p:nvPr/>
        </p:nvSpPr>
        <p:spPr>
          <a:xfrm>
            <a:off x="2615184" y="286207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15184" y="3264408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In-progress and Completed states.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26864" y="2715768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2715768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35" name="Text 33"/>
          <p:cNvSpPr/>
          <p:nvPr/>
        </p:nvSpPr>
        <p:spPr>
          <a:xfrm>
            <a:off x="4745736" y="286207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History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45736" y="3264408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teacher, date range or status.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57416" y="2715768"/>
            <a:ext cx="1993392" cy="1325880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57416" y="2715768"/>
            <a:ext cx="1993392" cy="45720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39" name="Text 37"/>
          <p:cNvSpPr/>
          <p:nvPr/>
        </p:nvSpPr>
        <p:spPr>
          <a:xfrm>
            <a:off x="6876288" y="286207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76288" y="3264408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Term-wise department work report.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System Benefits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Department Gains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1298448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3990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72821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proof of who was assigned what and when.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1298448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4572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3990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Met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72821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reminders remove reliance on memory.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1298448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4572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39903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72821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follow-up or repeated verbal reminders.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97480" cy="1298448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97480"/>
            <a:ext cx="2697480" cy="4572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862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" y="319125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teacher can see their own workload.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697480"/>
            <a:ext cx="2697480" cy="1298448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697480"/>
            <a:ext cx="2697480" cy="4572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862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Adoption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319125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voice input lowers the barrier for all staff.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2697480"/>
            <a:ext cx="2697480" cy="1298448"/>
          </a:xfrm>
          <a:prstGeom prst="rect">
            <a:avLst/>
          </a:prstGeom>
          <a:solidFill>
            <a:srgbClr val="E6F4EE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2697480"/>
            <a:ext cx="2697480" cy="45720"/>
          </a:xfrm>
          <a:prstGeom prst="rect">
            <a:avLst/>
          </a:prstGeom>
          <a:solidFill>
            <a:srgbClr val="1B7F5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86207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191256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available instantly for NAAC or internal review.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Future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Enhancements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114300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173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45920" y="1307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45920" y="156362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assignment, deadlines, documents and history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1399032"/>
            <a:ext cx="1234440" cy="292608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4356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8412480" cy="62179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65960"/>
            <a:ext cx="114300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1488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45920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45920" y="229514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WhatsApp integration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2130552"/>
            <a:ext cx="1234440" cy="292608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2167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97480"/>
            <a:ext cx="114300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8803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2770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Engine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645920" y="30266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alerts on the due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60920" y="2862072"/>
            <a:ext cx="1234440" cy="292608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8986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8412480" cy="621792"/>
          </a:xfrm>
          <a:prstGeom prst="rect">
            <a:avLst/>
          </a:prstGeom>
          <a:solidFill>
            <a:srgbClr val="F6F8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29000"/>
            <a:ext cx="1143000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6118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45920" y="3502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Reports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645920" y="375818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speech input and report export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60920" y="3593592"/>
            <a:ext cx="1234440" cy="292608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3630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8412480" cy="402336"/>
          </a:xfrm>
          <a:prstGeom prst="rect">
            <a:avLst/>
          </a:prstGeom>
          <a:solidFill>
            <a:srgbClr val="EDF2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15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native mobile app, department-wide rollout, and integration with the college ERP.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 converts informal, verbal task assignment into a recorded, reminded and reportable process.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41148" cy="219456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450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is recorded with its owner, deadline and supporting documents.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41148" cy="219456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834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reach both the HOD and the teacher automatically on the due date.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73552"/>
            <a:ext cx="41148" cy="219456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2186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WhatsApp delivery makes the system usable from day one at no cost.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41148" cy="219456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6027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voice input makes it accessible to all teaching staff.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41148" cy="219456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9867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searchable history supports audits and annual reporting.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0" y="2606040"/>
            <a:ext cx="1828800" cy="25603"/>
          </a:xfrm>
          <a:prstGeom prst="rect">
            <a:avLst/>
          </a:prstGeom>
          <a:solidFill>
            <a:srgbClr val="C77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Kaarya Planner  ·  HOD Task Assignment &amp; Reminder System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Jangale Navnath  ·  jangalenavnath333@gmail.com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2026-08-16T15:57:38Z</dcterms:created>
  <dcterms:modified xsi:type="dcterms:W3CDTF">2026-08-16T15:57:38Z</dcterms:modified>
</cp:coreProperties>
</file>