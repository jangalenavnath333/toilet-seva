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A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🚽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737360" y="5029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Toilet Seva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737360" y="1463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अहिल्यानगर महानगर पालिका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37360" y="1965960"/>
            <a:ext cx="6858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2103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Overview — कोणते तंत्रज्ञान वापरले आणि का?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480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 ·  Firebase  ·  Leaflet.js  ·  GitHub  ·  Netlify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म्हणजे काय?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06040" cy="2651760"/>
          </a:xfrm>
          <a:prstGeom prst="rect">
            <a:avLst/>
          </a:prstGeom>
          <a:solidFill>
            <a:srgbClr val="F0F9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417320"/>
            <a:ext cx="960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🗺️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शोधा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जवळचे शौचालय नकाशावर पाहा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1234440"/>
            <a:ext cx="2606040" cy="2651760"/>
          </a:xfrm>
          <a:prstGeom prst="rect">
            <a:avLst/>
          </a:prstGeom>
          <a:solidFill>
            <a:srgbClr val="F0F9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417320"/>
            <a:ext cx="960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⭐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246120" y="2331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द्या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46120" y="27889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स्वच्छता, सुविधा यांचे मूल्यमापन करा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89320" y="1234440"/>
            <a:ext cx="2606040" cy="2651760"/>
          </a:xfrm>
          <a:prstGeom prst="rect">
            <a:avLst/>
          </a:prstGeom>
          <a:solidFill>
            <a:srgbClr val="F0F9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417320"/>
            <a:ext cx="960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📋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080760" y="2331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तक्रार नोंदवा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80760" y="27889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फोटोसह तक्रार Palika ला पाठवा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4023360"/>
            <a:ext cx="2606040" cy="914400"/>
          </a:xfrm>
          <a:prstGeom prst="rect">
            <a:avLst/>
          </a:prstGeom>
          <a:solidFill>
            <a:srgbClr val="E8F5EE"/>
          </a:solidFill>
          <a:ln w="12700">
            <a:solidFill>
              <a:srgbClr val="BBE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0965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Admin Panel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4074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Palika officers साठी login + complaint management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54680" y="4023360"/>
            <a:ext cx="2606040" cy="914400"/>
          </a:xfrm>
          <a:prstGeom prst="rect">
            <a:avLst/>
          </a:prstGeom>
          <a:solidFill>
            <a:srgbClr val="E8F5EE"/>
          </a:solidFill>
          <a:ln w="12700">
            <a:solidFill>
              <a:srgbClr val="BBE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40965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46120" y="44074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करता येते — Play Store नाही लागत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0" y="4023360"/>
            <a:ext cx="2606040" cy="914400"/>
          </a:xfrm>
          <a:prstGeom prst="rect">
            <a:avLst/>
          </a:prstGeom>
          <a:solidFill>
            <a:srgbClr val="E8F5EE"/>
          </a:solidFill>
          <a:ln w="12700">
            <a:solidFill>
              <a:srgbClr val="BBE5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40965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द्विभाषिक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80760" y="44074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मराठी + English — दोन्ही एकत्र दिसतात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PWA — Progressive Web App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749040"/>
          </a:xfrm>
          <a:prstGeom prst="rect">
            <a:avLst/>
          </a:prstGeom>
          <a:solidFill>
            <a:srgbClr val="EFF8FF"/>
          </a:solidFill>
          <a:ln w="12700">
            <a:solidFill>
              <a:srgbClr val="BFE3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PWA म्हणजे काय?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Website असतो — पण App सारखा वागतो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221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Phone च्या Home Screen वर install होतो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6609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 Store / App Store नाही लागत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0998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 पण काम करतो (cache)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538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Camera, GPS access मिळतो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आपोआप होतो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4206240" cy="3749040"/>
          </a:xfrm>
          <a:prstGeom prst="rect">
            <a:avLst/>
          </a:prstGeom>
          <a:solidFill>
            <a:srgbClr val="FFF8EF"/>
          </a:solidFill>
          <a:ln w="12700">
            <a:solidFill>
              <a:srgbClr val="FFD9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Files वापरल्या: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00600" y="1783080"/>
            <a:ext cx="3840480" cy="868680"/>
          </a:xfrm>
          <a:prstGeom prst="rect">
            <a:avLst/>
          </a:prstGeom>
          <a:solidFill>
            <a:srgbClr val="FFFAF2"/>
          </a:solidFill>
          <a:ln w="12700">
            <a:solidFill>
              <a:srgbClr val="FFD9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चे नाव, icon, रंग — install साठी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788920"/>
            <a:ext cx="3840480" cy="868680"/>
          </a:xfrm>
          <a:prstGeom prst="rect">
            <a:avLst/>
          </a:prstGeom>
          <a:solidFill>
            <a:srgbClr val="FFFAF2"/>
          </a:solidFill>
          <a:ln w="12700">
            <a:solidFill>
              <a:srgbClr val="FFD9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service-worker.js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182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cache — internet नसताना काम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794760"/>
            <a:ext cx="3840480" cy="868680"/>
          </a:xfrm>
          <a:prstGeom prst="rect">
            <a:avLst/>
          </a:prstGeom>
          <a:solidFill>
            <a:srgbClr val="FFFAF2"/>
          </a:solidFill>
          <a:ln w="12700">
            <a:solidFill>
              <a:srgbClr val="FFD9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187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सगळा app एकाच file मध्ये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🗺️ नकाशा — Leaflet.js + OpenStreetMap + GPS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657600"/>
          </a:xfrm>
          <a:prstGeom prst="rect">
            <a:avLst/>
          </a:prstGeom>
          <a:solidFill>
            <a:srgbClr val="E8F5E9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47548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97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Leaflet.js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Open-source map library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30428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Maps पेक्षा free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87121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Toilet markers दाखवतो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43814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 → details popup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400507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Mobile-friendly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143000"/>
            <a:ext cx="2743200" cy="36576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143000"/>
            <a:ext cx="2743200" cy="4754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197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OpenStreetMap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173736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map tiles (Google Maps नाही)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230428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Cost: ₹0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287121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Ahilyanagar चा नकाशा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343814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Community-maintained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400507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API key लागत नाही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143000"/>
            <a:ext cx="2606040" cy="3657600"/>
          </a:xfrm>
          <a:prstGeom prst="rect">
            <a:avLst/>
          </a:prstGeom>
          <a:solidFill>
            <a:srgbClr val="FFEBEE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143000"/>
            <a:ext cx="2606040" cy="47548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19786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GPS / Geolocation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27648" y="1737360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 चा GPS API वापरतो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230428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ची live location मिळते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27648" y="2871216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जवळचे toilet शोधतो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3438144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 दाखवतो (मीटरमध्ये)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27648" y="4005072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Complaint साठी location auto-fill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919472"/>
            <a:ext cx="854964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46904"/>
            <a:ext cx="8366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फायदा: Google Maps API = ₹0 खर्च नाही | सगळे open-source tools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🔥 Firebase — Database + Login + Storage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3794760"/>
          </a:xfrm>
          <a:prstGeom prst="rect">
            <a:avLst/>
          </a:prstGeom>
          <a:solidFill>
            <a:srgbClr val="FFF8EF"/>
          </a:solidFill>
          <a:ln w="19050">
            <a:solidFill>
              <a:srgbClr val="E07B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788920" cy="64008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Firestore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92024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Toilet data (नाव, location, rating)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57860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Complaints save होतात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23697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sync — refresh नाही लागत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895344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चा server — 99.9% uptime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143000"/>
            <a:ext cx="2788920" cy="3794760"/>
          </a:xfrm>
          <a:prstGeom prst="rect">
            <a:avLst/>
          </a:prstGeom>
          <a:solidFill>
            <a:srgbClr val="E8F5EE"/>
          </a:solidFill>
          <a:ln w="19050">
            <a:solidFill>
              <a:srgbClr val="1B6B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188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Authentication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37560" y="1508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System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5848" y="192024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login (email + password)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257860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JWT tokens — secure session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323697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Unauthorized access block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3895344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Password reset feature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143000"/>
            <a:ext cx="2788920" cy="379476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143000"/>
            <a:ext cx="2788920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188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Storage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15087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27648" y="192024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Complaint चे photos store होतात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27648" y="2578608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Max 3 photos per complaint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323697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Compressed before upload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27648" y="3895344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Cloud वर safe storage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5029200"/>
            <a:ext cx="8549640" cy="274320"/>
          </a:xfrm>
          <a:prstGeom prst="rect">
            <a:avLst/>
          </a:prstGeom>
          <a:solidFill>
            <a:srgbClr val="FFF3CD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5047488"/>
            <a:ext cx="8366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Firebase Spark Plan = FREE | ₹0 खर्च | Google चा reliable infrastructure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📷 Camera + Photo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60520" cy="374904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Camera vs 🖼️ Gallery — 2 Inputs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Android Chrome मध्ये एकाच input वर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+ multiple दोन्ही काम करत नाहीत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2 वेगळे inputs: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794760" cy="685800"/>
          </a:xfrm>
          <a:prstGeom prst="rect">
            <a:avLst/>
          </a:prstGeom>
          <a:solidFill>
            <a:srgbClr val="EDE7F6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077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cPhotoCamera  →  capture="environment"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1638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थेट कॅमेरा उघडतो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3794760" cy="685800"/>
          </a:xfrm>
          <a:prstGeom prst="rect">
            <a:avLst/>
          </a:prstGeom>
          <a:solidFill>
            <a:srgbClr val="EDE7F6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685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cPhotoGallery  →  multiple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9410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मधून 1-3 photos निवडता येतात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4160520" cy="3749040"/>
          </a:xfrm>
          <a:prstGeom prst="rect">
            <a:avLst/>
          </a:prstGeom>
          <a:solidFill>
            <a:srgbClr val="FCE4EC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2618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Photo Processing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764792"/>
            <a:ext cx="384048" cy="384048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21808" y="17647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करा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21808" y="20574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 वापरून size कमी करतो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 800px, 70% quality)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770632"/>
            <a:ext cx="384048" cy="384048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21808" y="2770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दाखवा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21808" y="30632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मध्ये 3 photos preview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button ने remove करता येते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776472"/>
            <a:ext cx="384048" cy="384048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21808" y="37764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convert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321808" y="40690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text string → Firestore मध्ये save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1579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 द्विभाषिक प्रणाली — Marathi + English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4964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कसे काम करते?  →  I18N object मध्ये मराठी + English दोन्ही keys आहेत | TB(key) function दोन्ही एकत्र दाखवतो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4160520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013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TB(key) {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0756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mr = I18N.mr[key];  // मराठी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en = I18N.en[key];  // English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5877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en + '&lt;small&gt;' + mr + '&lt;/small&gt;';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8437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4160520" cy="1828800"/>
          </a:xfrm>
          <a:prstGeom prst="rect">
            <a:avLst/>
          </a:prstGeom>
          <a:solidFill>
            <a:srgbClr val="E8F5EE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105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Screen वर दिसते: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212848"/>
            <a:ext cx="3794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331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83480" y="2724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तक्रार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4930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English मोठे + मराठी खाली लहान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749040"/>
            <a:ext cx="8549640" cy="10972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22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फायदे: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1330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मराठी न येणाऱ्यांना English दिसते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544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मराठी येणाऱ्यांना मराठी दिसते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41330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एकच code — 2 भाषा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09160" y="4544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Switch button — भाषा बदलता येते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🔒 Security — App कोणी Hack करू शकत नाही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379476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788920" cy="5943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070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Firestore Security Rules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87452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Toilet data: कोणीही वाचू शकतो, फक्त Admin बदलू शकतो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60604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Complaints: कोणीही submit करू शकतो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333756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Complaint data: फक्त Admin वाचू / delete करू शकतो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406908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Rules Firebase Console मध्ये Publish केले 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788920" cy="379476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143000"/>
            <a:ext cx="2788920" cy="5943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2070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API Key Restriction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55848" y="187452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Firebase API key फक्त toylet-seva.netlify.app साठी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55848" y="260604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दुसऱ्या website वरून key वापरता येणार नाही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55848" y="333756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Cloud Console मध्ये HTTP referrer restrict ✅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55848" y="406908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25 APIs enabled — फक्त गरजेच्या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143000"/>
            <a:ext cx="2788920" cy="3794760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143000"/>
            <a:ext cx="2788920" cy="5943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2070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Admin Authentication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27648" y="187452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Firebase Auth — JWT tokens वापरतो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27648" y="260604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login: admin@toiletseva.com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27648" y="333756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Token expire होतो — session safe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27648" y="406908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Password strong असणे गरजेचे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5001768"/>
            <a:ext cx="8549640" cy="274320"/>
          </a:xfrm>
          <a:prstGeom prst="rect">
            <a:avLst/>
          </a:prstGeom>
          <a:solidFill>
            <a:srgbClr val="FFCDD2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5020056"/>
            <a:ext cx="8366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Admin password वेळोवेळी बदलावा | Firebase Console → Authentication → Reset Password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Deployment — GitHub + Netlify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2024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3747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1920240" cy="41148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71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75564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लिहा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8072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Claude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मध्ये changes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86000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DBDBD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514600" y="1234440"/>
            <a:ext cx="192024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234440"/>
            <a:ext cx="19202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271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175564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📤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56032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28072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ला code जातो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DBDBD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709160" y="1234440"/>
            <a:ext cx="192024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C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234440"/>
            <a:ext cx="1920240" cy="41148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271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175564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75488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Deploy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28072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आपोआप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करतो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75120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DBDBD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903720" y="1234440"/>
            <a:ext cx="192024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1B6B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1234440"/>
            <a:ext cx="1920240" cy="41148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271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06640" y="175564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94944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होतो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9440" y="28072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toylet-seva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.netlify.app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703320"/>
            <a:ext cx="8503920" cy="141732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7673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फायदे: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41330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Code बदलला की 2 मिनिटात Live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453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GitHub = Backup — code कधीच हरवत नाही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4773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Netlify Hosting: FREE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41330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HTTPS (secure) आपोआप मिळतो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4453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Rollback — जुना version परत आणता येतो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4773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Custom domain जोडता येते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Technology Stack — एकत्र सारांश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49640" cy="347472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1155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वापरले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92040" y="11155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खर्च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115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का वापरले?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8549640" cy="365760"/>
          </a:xfrm>
          <a:prstGeom prst="rect">
            <a:avLst/>
          </a:prstGeom>
          <a:solidFill>
            <a:srgbClr val="F9FFF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517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91640" y="151790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 (Vanilla)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5179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15179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no framework needed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865376"/>
            <a:ext cx="85496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9019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91640" y="19019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 + service-worker.js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9019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1901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install — no Play Store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249424"/>
            <a:ext cx="8549640" cy="365760"/>
          </a:xfrm>
          <a:prstGeom prst="rect">
            <a:avLst/>
          </a:prstGeom>
          <a:solidFill>
            <a:srgbClr val="F9FFF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2860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691640" y="22860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+ OpenStreetMap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2860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22860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पेक्षा free + open-source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633472"/>
            <a:ext cx="85496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6700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91640" y="26700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6700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2670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Google reliable, free tier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017520"/>
            <a:ext cx="8549640" cy="365760"/>
          </a:xfrm>
          <a:prstGeom prst="rect">
            <a:avLst/>
          </a:prstGeom>
          <a:solidFill>
            <a:srgbClr val="F9FFF9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0540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691640" y="305409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05409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30540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login, easy setup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401568"/>
            <a:ext cx="85496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34381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691640" y="343814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Storage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34381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0" y="34381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storage, CDN delivery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785616"/>
            <a:ext cx="8549640" cy="365760"/>
          </a:xfrm>
          <a:prstGeom prst="rect">
            <a:avLst/>
          </a:prstGeom>
          <a:solidFill>
            <a:srgbClr val="F9FFF9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38221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691640" y="38221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69280" y="3822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Auto-deploy, HTTPS, free tier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169664"/>
            <a:ext cx="85496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206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Ctrl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691640" y="42062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92040" y="42062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669280" y="4206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Backup, history, team collaboration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4553712"/>
            <a:ext cx="8549640" cy="365760"/>
          </a:xfrm>
          <a:prstGeom prst="rect">
            <a:avLst/>
          </a:prstGeom>
          <a:solidFill>
            <a:srgbClr val="F9FFF9"/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45902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691640" y="459028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i18n system (TB function)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92040" y="45902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669280" y="45902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+ English एकत्र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4956048"/>
            <a:ext cx="8549640" cy="29260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983480"/>
            <a:ext cx="8366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एकूण खर्च: ₹0/महिना  |  सगळे tools FREE आणि open-source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🔮 पुढे काय — 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1828800"/>
          </a:xfrm>
          <a:prstGeom prst="rect">
            <a:avLst/>
          </a:prstGeom>
          <a:solidFill>
            <a:srgbClr val="FFF3CD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1. Real Toilet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7335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Ahilyanagar Mahanagar Palika कडून Excel/CSV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मागवून app मध्ये import करणे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468880"/>
            <a:ext cx="1645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87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Pending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206240" cy="1828800"/>
          </a:xfrm>
          <a:prstGeom prst="rect">
            <a:avLst/>
          </a:prstGeom>
          <a:solidFill>
            <a:srgbClr val="FFF3CD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34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2. Play Store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67335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PWABuilder वापरून APK बनवणे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Console वर submit ($25)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2468880"/>
            <a:ext cx="1645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487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Pending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4206240" cy="1828800"/>
          </a:xfrm>
          <a:prstGeom prst="rect">
            <a:avLst/>
          </a:prstGeom>
          <a:solidFill>
            <a:srgbClr val="E3F2FD"/>
          </a:solidFill>
          <a:ln w="19050">
            <a:solidFill>
              <a:srgbClr val="90CA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00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3. Push Notifications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63931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 (FCM)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 complaint आल्यावर Admin ला notification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4434840"/>
            <a:ext cx="1645920" cy="292608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453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Future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108960"/>
            <a:ext cx="4206240" cy="1828800"/>
          </a:xfrm>
          <a:prstGeom prst="rect">
            <a:avLst/>
          </a:prstGeom>
          <a:solidFill>
            <a:srgbClr val="E3F2FD"/>
          </a:solidFill>
          <a:ln w="19050">
            <a:solidFill>
              <a:srgbClr val="90CA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200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4. Custom Domain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63931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toiletseva.in किंवा Palika domain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वर connect करणे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4434840"/>
            <a:ext cx="1645920" cy="292608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4453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Future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A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3749040" y="41148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🚽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Toilet Seva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अहिल्यानगर महानगर पालिका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28800" y="3200400"/>
            <a:ext cx="54864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toylet-seva.netlify.app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767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jangalenavnath333@gmail.com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1879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Total Cost: ₹0/month | All Open Source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2026-07-31T07:30:18Z</dcterms:created>
  <dcterms:modified xsi:type="dcterms:W3CDTF">2026-07-31T07:30:18Z</dcterms:modified>
</cp:coreProperties>
</file>