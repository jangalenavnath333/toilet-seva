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AHMEDNAGAR JILHA MARATHA VIDYA PRASARAK SAMAJ'S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Arts, Commerce and Science College, Ahmednagar (Autonomous)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नवीन कला, वाणिज्य व विज्ञान महाविद्यालय, अहिल्यानगर (स्वायत्त)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संगणकशास्त्र विभाग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261872"/>
            <a:ext cx="2286000" cy="2560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Toilet Seva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टॉयलेट सेवा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Sanitation Locator &amp; Complaint System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सार्वजनिक शौचालय शोध व तक्रार प्रणाली  —  अहिल्यानगर महानगरपालिका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3145536"/>
            <a:ext cx="1627632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3182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मोबाइल ॲप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48256" y="3145536"/>
            <a:ext cx="1627632" cy="42062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2093976" y="3182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93976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स्थान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58184" y="3145536"/>
            <a:ext cx="1627632" cy="42062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3182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Complaints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03904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फोटो तक्रार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8112" y="3145536"/>
            <a:ext cx="1627632" cy="420624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24" name="Text 22"/>
          <p:cNvSpPr/>
          <p:nvPr/>
        </p:nvSpPr>
        <p:spPr>
          <a:xfrm>
            <a:off x="5513832" y="3182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13832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द्विभाषिक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8040" y="3145536"/>
            <a:ext cx="1627632" cy="42062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182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Toilets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23760" y="33649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२६ शौचालये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 toilet-seva.netlify.app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/ सादरकर्ता :  Jangale Navnath  ·  जांगले नवनाथ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33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/ मार्गदर्शक :  Prof. ______________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दिनांक :  ____ / ____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/ ओळख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Toilet Seva?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टॉयलेट सेवा म्हणजे काय?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 Web App that helps citizens find the nearest public toilet on a live map, rate its cleanliness, and lodge a complaint with photographs directly to the Municipal Corporation.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168249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नागरिकांना जवळचे सार्वजनिक शौचालय नकाशावर शोधता येते, स्वच्छतेला मानांकन देता येते, आणि फोटोसह तक्रार थेट महानगरपालिकेकडे पाठवता येते — असे मोबाइल ॲप.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69748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22860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" y="25511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शोधा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28254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shows the nearest toilet first, with walking distance.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" y="32826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जीपीएसने जवळचे शौचालय आधी दिसते, चालत जाण्याच्या अंतरासह.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2148840"/>
            <a:ext cx="269748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2148840"/>
            <a:ext cx="2697480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0" name="Text 18"/>
          <p:cNvSpPr/>
          <p:nvPr/>
        </p:nvSpPr>
        <p:spPr>
          <a:xfrm>
            <a:off x="3346704" y="22860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46704" y="25511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मानांकन द्या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46704" y="28254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rate cleanliness and facilities, creating accountability.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46704" y="32826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स्वच्छता व सुविधांना गुण देतात, त्यातून उत्तरदायित्व निर्माण होते.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71616" y="2148840"/>
            <a:ext cx="2697480" cy="1920240"/>
          </a:xfrm>
          <a:prstGeom prst="rect">
            <a:avLst/>
          </a:prstGeom>
          <a:solidFill>
            <a:srgbClr val="F3E5F5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148840"/>
            <a:ext cx="2697480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22860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99632" y="25511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करा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9632" y="28254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with photographs reach the Corporation instantly.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32826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फोटोसह तक्रारी लगेच महानगरपालिकेपर्यंत पोहोचतात.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426110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public and community toilets from the official Municipal Corporation list of 2026 are mapped.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4462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महानगरपालिकेच्या २०२६ च्या अधिकृत यादीतील सर्व २६ सार्वजनिक व सामुदायिक शौचालये नकाशावर आहेत.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Purpose / प्रकल्पाचा उद्देश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Building This?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हा प्रकल्प का?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97480" cy="2148840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Convenience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नागरिकांची सोय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0025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especially women and travellers, can locate a usable toilet without asking around.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25740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विशेषतः महिला व प्रवाशांना विचारत फिरावे लागत नाही.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325880"/>
            <a:ext cx="2697480" cy="214884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32588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Accountability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46704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उत्तरदायित्व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6704" y="20025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photo complaints give the Corporation real evidence of conditions.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25740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मानांकन व फोटो तक्रारींमुळे प्रत्यक्ष स्थितीचा पुरावा मिळतो.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1325880"/>
            <a:ext cx="2697480" cy="2148840"/>
          </a:xfrm>
          <a:prstGeom prst="rect">
            <a:avLst/>
          </a:prstGeom>
          <a:solidFill>
            <a:srgbClr val="FFF3E0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325880"/>
            <a:ext cx="2697480" cy="5486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Governance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99632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डिजिटल प्रशासन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0025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Swachh Bharat Mission with measurable sanitation data.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574036"/>
            <a:ext cx="24414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स्वच्छ भारत अभियानासाठी मोजता येणारी माहिती उपलब्ध होते.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8412480" cy="5669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767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every citizen finds a clean toilet nearby, and every complaint reaches the right officer.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40050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उद्दिष्ट — प्रत्येक नागरिकाला जवळचे स्वच्छ शौचालय मिळावे, आणि प्रत्येक तक्रार योग्य अधिकाऱ्यापर्यंत पोहोचावी.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Scope Statement / व्याप्ती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Project Cover?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प्रकल्पात काय समाविष्ट आहे?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9748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कोणासाठी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00253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of Ahilyanagar and sanitation officers of the Corporation.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259689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अहिल्यानगरचे नागरिक व महानगरपालिकेचे स्वच्छता अधिकारी.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325880"/>
            <a:ext cx="2697480" cy="2194560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325880"/>
            <a:ext cx="26974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46704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संपूर्ण प्रक्रिया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6704" y="200253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locating a toilet, through rating and complaint, to resolution.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259689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शौचालय शोधण्यापासून मानांकन, तक्रार व निवारणापर्यंत.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1325880"/>
            <a:ext cx="2697480" cy="2194560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325880"/>
            <a:ext cx="2697480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Exclusions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99632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सध्या वगळलेले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00253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payment, no IoT sensors, no other city services yet.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59689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ऑनलाइन देयक, सेन्सर व इतर सेवा सध्या नाहीत.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426110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 is limited to the Ahilyanagar Municipal Corporation area.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4462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भौगोलिक व्याप्ती अहिल्यानगर महानगरपालिका हद्दीपुरती मर्यादित आहे.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Definition of Scope / व्याप्तीची व्याख्या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In-Scope vs Out-of-Scope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समाविष्ट व वगळलेले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4114800" cy="2834640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280160"/>
            <a:ext cx="4114800" cy="4754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258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0352" y="15361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समाविष्ट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1828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of all public and community toilets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1956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सर्व शौचालयांचा नकाशा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21031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GPS with nearest-first sorting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23113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थेट जीपीएस — जवळचे आधी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" y="23774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Walking distance and directions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250545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चालण्याचे अंतर व मार्ग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" y="26517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rating and facility details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277977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मानांकन व सुविधांचा तपशील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52" y="292608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 with up to three photographs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05409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तीन फोटोंपर्यंत तक्रार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0352" y="32004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for the Corporation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33284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महानगरपालिकेसाठी डॅशबोर्ड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4747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Bilingual Marathi and English interface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" y="360273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मराठी व इंग्रजी दोन्ही भाषा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Installable app with offline support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387705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ॲप इन्स्टॉल व ऑफलाइन वापर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280160"/>
            <a:ext cx="4114800" cy="2834640"/>
          </a:xfrm>
          <a:prstGeom prst="rect">
            <a:avLst/>
          </a:prstGeom>
          <a:solidFill>
            <a:srgbClr val="FFEBEE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280160"/>
            <a:ext cx="4114800" cy="4754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13258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28032" y="15361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वगळलेले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1828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payment for paid toilets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8032" y="1956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सशुल्क शौचालयांचे ऑनलाइन देयक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8032" y="21031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cleanliness sensors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223113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स्वच्छता तपासणारे सेन्सर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28032" y="23774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Android / iOS app (future)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28032" y="250545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स्वतंत्र मोबाइल ॲप (पुढे)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8032" y="26517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or reservation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28032" y="277977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आगाऊ नोंदणी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8032" y="292608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with other departments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8032" y="305409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इतर विभागांशी जोडणी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8032" y="32004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staff scheduling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8032" y="33284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कर्मचारी वेळापत्रक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Problem Statement / समस्या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 by Citizens Today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नागरिकांच्या सध्याच्या अडचणी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298448"/>
            <a:ext cx="54864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3350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Toilets are hard to locate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1536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शौचालय सापडत नाही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3533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in an unfamiliar area has no way of knowing where the nearest toilet is.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6093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अनोळखी भागात जवळचे शौचालय कुठे आहे हे कळत नाही.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020824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020824"/>
            <a:ext cx="54864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057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on condition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" y="2258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स्थिती माहीत नसते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0756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cannot know if a toilet is open, clean, or has water before walking there.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तिथे जाईपर्यंत ते चालू आहे का, स्वच्छ आहे का हे समजत नाही.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743200"/>
            <a:ext cx="54864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go nowhere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29809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कुठेच पोहोचत नाही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79806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channel to report a problem, and no way to track it.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30540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करण्याचा सोपा मार्ग नाही, आणि पाठपुरावाही करता येत नाही.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465576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65576"/>
            <a:ext cx="54864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3502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for the Corporation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" y="3703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प्रशासनाकडे नोंद नाही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35204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have no record of which facilities are failing and how often.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37764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कोणती शौचालये वारंवार बिघडतात याची एकत्रित नोंद नाही.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426110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public facilities remain underused and poorly maintained.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4462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परिणाम — सुविधा वापरल्या जात नाहीत आणि देखभालही होत नाही.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Objectives / उद्दिष्टे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Achieve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प्रणालीने काय साधायचे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97480" cy="1572768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शोधणे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nearest toilet using live GPS.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जीपीएसने जवळचे शौचालय दाखवणे.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325880"/>
            <a:ext cx="2697480" cy="1572768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32588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46704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माहिती देणे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6704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timing, facilities, accessibility, ratings.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वेळ, सुविधा, दिव्यांग सोय व मानांकन दाखवणे.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1325880"/>
            <a:ext cx="2697480" cy="1572768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325880"/>
            <a:ext cx="26974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99632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मार्ग दाखवणे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walking directions in one tap.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एका स्पर्शात चालण्याचा मार्ग उघडणे.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26664"/>
            <a:ext cx="2697480" cy="1572768"/>
          </a:xfrm>
          <a:prstGeom prst="rect">
            <a:avLst/>
          </a:prstGeom>
          <a:solidFill>
            <a:srgbClr val="F3E5F5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26664"/>
            <a:ext cx="2697480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नोंदवणे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with photos in under a minute.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एका मिनिटात फोटोसह तक्रार नोंदवणे.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18688" y="3026664"/>
            <a:ext cx="2697480" cy="1572768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18688" y="3026664"/>
            <a:ext cx="2697480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6" name="Text 34"/>
          <p:cNvSpPr/>
          <p:nvPr/>
        </p:nvSpPr>
        <p:spPr>
          <a:xfrm>
            <a:off x="3346704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346704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प्रशासन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46704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 track and resolve complaints.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46704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तक्रारी पाहण्यासाठी व सोडवण्यासाठी डॅशबोर्ड.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71616" y="3026664"/>
            <a:ext cx="2697480" cy="1572768"/>
          </a:xfrm>
          <a:prstGeom prst="rect">
            <a:avLst/>
          </a:prstGeom>
          <a:solidFill>
            <a:srgbClr val="E1F0FB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1616" y="3026664"/>
            <a:ext cx="2697480" cy="54864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2" name="Text 40"/>
          <p:cNvSpPr/>
          <p:nvPr/>
        </p:nvSpPr>
        <p:spPr>
          <a:xfrm>
            <a:off x="6199632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199632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सर्वसमावेशक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9632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Marathi and English readers together.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9632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 व इंग्रजी दोन्ही वाचकांना सेवा.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Comparison / तुलना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Situation vs Proposed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सध्याची स्थिती व प्रस्तावित प्रणाली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3258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5179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बाब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3258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Situation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1517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सध्याची स्थिती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13258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23560" y="15179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प्रस्तावित प्रणाली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755648"/>
            <a:ext cx="8412480" cy="438912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7693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toilet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9705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शौचालय शोधणे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17693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passers-by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19705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लोकांना विचारावे लागते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23560" y="17693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nearest first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19705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नकाशा — जवळचे आधी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12848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2265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4277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अंतर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3160" y="22265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24277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माहीत नसते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22265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walking distance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24277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नेमके चालण्याचे अंतर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70048"/>
            <a:ext cx="8412480" cy="438912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6837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28849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स्थिती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6837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on arrival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28849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तिथे गेल्यावर कळते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26837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shown in advance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28849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आधीच मानांकन दिसते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127248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1409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3421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31409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channel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33421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अधिकृत मार्ग नाही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1409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complaint in a minute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33421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मिनिटात फोटो तक्रार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584448"/>
            <a:ext cx="8412480" cy="438912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35981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7993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पाठपुरावा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423160" y="35981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23160" y="37993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शक्य नाही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23560" y="35981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until resolved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23560" y="37993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निवारणापर्यंत स्थिती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041648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0553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2565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नोंदी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23160" y="40553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423160" y="42565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काहीच नाही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23560" y="40553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searchable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23560" y="42565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जतन व शोधण्यायोग्य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4498848"/>
            <a:ext cx="8412480" cy="438912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45125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47137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भाषा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23160" y="45125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23160" y="47137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फक्त इंग्रजी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23560" y="45125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+ English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23560" y="47137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 + इंग्रजी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Technology Stack / तंत्रज्ञान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वापरलेली साधने व तंत्रज्ञान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152144"/>
            <a:ext cx="8412480" cy="45720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978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389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घटक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1978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1389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तंत्रज्ञान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1978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3898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उपयोग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627632"/>
            <a:ext cx="8412480" cy="31089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700052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1700052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1641348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0" y="178234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सर्व पडद्यांवर चालणारा पडदा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1956816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029236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Type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2029236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1970532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works offline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211153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इन्स्टॉल होते, ऑफलाइन चालते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286000"/>
            <a:ext cx="8412480" cy="31089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358420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31720" y="2358420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2299716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244071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परस्परसंवादी नकाशा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2615184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687604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31720" y="2687604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0" y="2628900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map tiles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276990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मोफत नकाशा — परवाना खर्च नाही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2944368"/>
            <a:ext cx="8412480" cy="31089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016788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3016788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0" y="2958084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position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0" y="309908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जीपीएस स्थान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3273552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345972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31720" y="3345972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0" y="3287268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342826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माहितीचा तत्काळ साठा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3602736"/>
            <a:ext cx="8412480" cy="31089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675156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31720" y="3675156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0" y="3616452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login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29200" y="375745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सुरक्षित प्रशासक प्रवेश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931920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004340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31720" y="4004340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29200" y="3945636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photographs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29200" y="408663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तक्रारीचे फोटो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4261104"/>
            <a:ext cx="8412480" cy="31089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4333524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331720" y="4333524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29200" y="4274820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hosting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029200" y="441582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सुरक्षित होस्टिंग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590288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4662708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331720" y="4662708"/>
            <a:ext cx="256032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29200" y="4604004"/>
            <a:ext cx="3703320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029200" y="474500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संकेतावलीचे व्यवस्थापन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System Modules / घटक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 of the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प्रणालीचे मुख्य घटक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114800" cy="877824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54864" cy="87782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80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Module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600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स्थान घटक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810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GPS and computes distance to every toilet.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1984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जीपीएस वाचून प्रत्येक शौचालयाचे अंतर काढतो.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4114800" cy="877824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25880"/>
            <a:ext cx="54864" cy="8778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807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Module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600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नकाशा घटक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810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toilets as markers with clustering and popups.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984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शौचालये नकाशावर खुणांसह दाखवतो.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313432"/>
            <a:ext cx="4114800" cy="877824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313432"/>
            <a:ext cx="54864" cy="87782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368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Module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587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यादी घटक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798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and filters by distance, type and rating.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2971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अंतर, प्रकार व मानांकनानुसार क्रम लावतो.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313432"/>
            <a:ext cx="4114800" cy="877824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313432"/>
            <a:ext cx="54864" cy="87782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368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Module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587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मानांकन घटक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798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one rating per device, updates the average.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2971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प्रत्येक उपकरणाचे एकच मत नोंदवतो.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300984"/>
            <a:ext cx="4114800" cy="877824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300984"/>
            <a:ext cx="54864" cy="87782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Module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3575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घटक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3785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type, description, photographs and location.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59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प्रकार, तपशील, फोटो व स्थान नोंदवतो.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300984"/>
            <a:ext cx="4114800" cy="877824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300984"/>
            <a:ext cx="54864" cy="87782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3575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प्रशासन घटक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3785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viewing and resolving complaints.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3959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तक्रारी पाहण्याचा व सोडवण्याचा डॅशबोर्ड.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System Architecture / रचना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प्रणालीची रचना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325880"/>
            <a:ext cx="7132320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3807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0020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सादरीकरण स्तर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78308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Interface · Map View · Admin Dashboard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194767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पडदा · नकाशा · प्रशासन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21396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258568"/>
            <a:ext cx="7132320" cy="80467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3134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53288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कार्य स्तर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271576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Engine · Filtering · Complaint Handler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अंतर गणना · चाळणी · तक्रार व्यवस्थापन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307238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3191256"/>
            <a:ext cx="7132320" cy="80467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2461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46557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माहिती स्तर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364845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· Firebase Storage · Local Cache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88720" y="381304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क्लाउड डेटाबेस · फोटो साठा · स्थानिक साठा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20624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— OpenStreetMap · Browser Geolocation · Netlify CDN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440740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बाह्य सेवा — नकाशा · स्थान · होस्टिंग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Database Design / माहिती रचना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Collections and Fields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मुख्य संग्रह व नोंदी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43584"/>
            <a:ext cx="841248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89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संग्रह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14813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मुख्य नोंदी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12893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14813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वर्णन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719072"/>
            <a:ext cx="8412480" cy="38404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807586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1807586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englishName, area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1732788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facility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190817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प्रत्येक शौचालयाची एक नोंद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209922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2209922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2135124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map coordinates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31050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नकाशावरील नेमके स्थान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523744"/>
            <a:ext cx="8412480" cy="38404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612258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2612258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divyang, open, timing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2537460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access, hours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71284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प्रकार, दिव्यांग सोय, वेळ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014594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3014594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votes, facilities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2939796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amenities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11517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मानांकन व सुविधा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328416"/>
            <a:ext cx="8412480" cy="38404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416930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40280" y="3416930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toiletId, type, text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3342132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content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351751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तक्रारीचा तपशील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73075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819266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40280" y="3819266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deviceId, createdAt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744468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origin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391985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पुरावा व उगम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133088"/>
            <a:ext cx="8412480" cy="38404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221602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40280" y="4221602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resolvedAt, resolvedBy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4146804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tracking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0" y="432218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निवारणाचा पाठपुरावा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53542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623938"/>
            <a:ext cx="1600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40280" y="4623938"/>
            <a:ext cx="31089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toiletId, deviceId, stars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0" y="4549140"/>
            <a:ext cx="3246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voting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0" y="472452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दुबार मतदान टाळते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User Workflow / वापराचा क्रम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Citizen Uses the 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ॲप कसे वापरतो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1481328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4447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4904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ॲप उघडा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10512" y="19202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75688" y="1353312"/>
            <a:ext cx="1481328" cy="14630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2075688" y="14447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30552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यादी पाहा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19202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31336" y="1353312"/>
            <a:ext cx="148132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831336" y="14447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886200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निवडा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21808" y="19202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86984" y="1353312"/>
            <a:ext cx="1481328" cy="1463040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26" name="Text 24"/>
          <p:cNvSpPr/>
          <p:nvPr/>
        </p:nvSpPr>
        <p:spPr>
          <a:xfrm>
            <a:off x="5586984" y="14447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641848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41848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मार्ग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77456" y="19202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4E0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42632" y="1353312"/>
            <a:ext cx="1481328" cy="146304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14447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397496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Report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97496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मत / तक्रार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017520"/>
            <a:ext cx="8412480" cy="1133856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090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/ उदाहरण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3467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near Tophkhana opens the app. Within two seconds the list shows "Public Toilet, Tophkhana — 550 m".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35478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तोफखान्याजवळचा प्रवासी ॲप उघडतो. दोन सेकंदात यादीत "सार्वजनिक शौचालय, तोफखाना — ५५० मी." दिसते.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37673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Directions opens the walking route. If the toilet is dirty, a photo complaint is filed before leaving.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3968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"मार्ग" दाबताच चालण्याचा रस्ता उघडतो. अस्वच्छ असल्यास तिथूनच फोटो तक्रार नोंदवली जाते.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Live Application / प्रत्यक्ष ॲप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चालू असलेली प्रणाली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10" name="Image 0" descr="/sessions/ecstatic-festive-dirac/mnt/outputs/shot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852160" cy="29077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187952"/>
            <a:ext cx="5852160" cy="40233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215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list view — live at toilet-seva.netlify.app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39826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नागरिकांची यादी — प्रत्यक्ष चालू ॲप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0" y="1234440"/>
            <a:ext cx="2377440" cy="3355848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816" y="132588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Here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28816" y="153619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यात काय दिसते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28816" y="1810512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Bilingual heading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28816" y="1991563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द्विभाषिक शीर्षक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28816" y="2212848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26 facilities loaded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28816" y="2393899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२६ शौचालये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28816" y="2615184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chips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528816" y="2796235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चाळणी बटणे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528816" y="3017520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sync indicator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28816" y="3198571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क्लाउड जोडणी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28816" y="3419856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 and facilities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28816" y="3600907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मानांकन व सुविधा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28816" y="3822192"/>
            <a:ext cx="212140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Directions · Rate · Share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28816" y="4003243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मार्ग · मत · शेअर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Location and Maps / स्थान व नकाशा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Nearest Facility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जवळचे शौचालय शोधणे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10" name="Image 0" descr="/sessions/ecstatic-festive-dirac/mnt/outputs/sho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760720" cy="2651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3931920"/>
            <a:ext cx="5760720" cy="40233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95935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facilities plotted on the live map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14223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सर्व २६ शौचालये नकाशावर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09360" y="1234440"/>
            <a:ext cx="2468880" cy="3099816"/>
          </a:xfrm>
          <a:prstGeom prst="rect">
            <a:avLst/>
          </a:prstGeom>
          <a:solidFill>
            <a:srgbClr val="1B3D1C"/>
          </a:solidFill>
          <a:ln/>
        </p:spPr>
      </p:sp>
      <p:sp>
        <p:nvSpPr>
          <p:cNvPr id="15" name="Text 12"/>
          <p:cNvSpPr/>
          <p:nvPr/>
        </p:nvSpPr>
        <p:spPr>
          <a:xfrm>
            <a:off x="6437376" y="132588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Features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37376" y="153619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नकाशाची वैशिष्ट्ये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37376" y="1810512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Leaflet.js + OpenStreetMap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37376" y="1991563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मोफत नकाशा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37376" y="2212848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position of the citizen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37376" y="2393899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वापरकर्त्याचे थेट स्थान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37376" y="2615184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circle shown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37376" y="2796235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अचूकतेचे वर्तुळ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37376" y="3017520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 when zoomed out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37376" y="3198571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झूम आउटला गट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37376" y="3419856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Popup on every marker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37376" y="3600907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प्रत्येक खुणेवर तपशील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37376" y="3822192"/>
            <a:ext cx="221284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One-tap directions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37376" y="4003243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एका स्पर्शात मार्ग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5760" y="4297680"/>
            <a:ext cx="84124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7"/>
          <p:cNvSpPr/>
          <p:nvPr/>
        </p:nvSpPr>
        <p:spPr>
          <a:xfrm>
            <a:off x="530352" y="4334256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uses the Haversine formula from live GPS; the list reorders itself as the citizen walks.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0352" y="4517136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अंतर हॅवरसाइन सूत्राने काढले जाते; चालताना यादीचा क्रम आपोआप बदलतो.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Complaint System / तक्रार प्रणाली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कशी नोंदवायची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0" name="Image 0" descr="/sessions/ecstatic-festive-dirac/mnt/outputs/shot_compl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760720" cy="28712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151376"/>
            <a:ext cx="5760720" cy="402336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17880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form with all ten categories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36168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अर्ज — दहाही प्रकार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09360" y="1234440"/>
            <a:ext cx="2468880" cy="3319272"/>
          </a:xfrm>
          <a:prstGeom prst="rect">
            <a:avLst/>
          </a:prstGeom>
          <a:solidFill>
            <a:srgbClr val="320D61"/>
          </a:solidFill>
          <a:ln/>
        </p:spPr>
      </p:sp>
      <p:sp>
        <p:nvSpPr>
          <p:cNvPr id="15" name="Text 12"/>
          <p:cNvSpPr/>
          <p:nvPr/>
        </p:nvSpPr>
        <p:spPr>
          <a:xfrm>
            <a:off x="6437376" y="132588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Recorded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37376" y="153619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काय नोंदवले जाते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37376" y="1810512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facility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37376" y="1979807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कोणते शौचालय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37376" y="2186722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— multiple allowed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37376" y="2356017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प्रकार — एकापेक्षा जास्त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37376" y="2562933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Written description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37376" y="2732227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लेखी तपशील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37376" y="2939143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three photographs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37376" y="3108437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तीन फोटोंपर्यंत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37376" y="3315353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Waiting time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37376" y="3484648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प्रतीक्षेचा वेळ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37376" y="3691563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and time, automatic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37376" y="3860858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स्थान व वेळ आपोआप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37376" y="4067774"/>
            <a:ext cx="2212848" cy="20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 points to the citizen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37376" y="4237068"/>
            <a:ext cx="2212848" cy="188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नागरिकाला १० गुण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Bilingual Interface / द्विभाषिक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Marathi and English Together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 व इंग्रजी एकत्र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4114800" cy="2697480"/>
          </a:xfrm>
          <a:prstGeom prst="rect">
            <a:avLst/>
          </a:prstGeom>
          <a:solidFill>
            <a:srgbClr val="E1F0FB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Languages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दोन्ही भाषा का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892808"/>
            <a:ext cx="36576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1874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citizens read Marathi comfortably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20391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स्थानिक नागरिकांना मराठी सोयीची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295144"/>
            <a:ext cx="36576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2768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and students prefer English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2441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प्रवासी व विद्यार्थ्यांना इंग्रजी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2697480"/>
            <a:ext cx="36576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2679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appear at once — no switching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28437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दोन्ही एकाच वेळी — बदल नको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3099816"/>
            <a:ext cx="36576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0815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can read either version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3246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अधिकारी कोणतीही भाषा वाचू शकतात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3502152"/>
            <a:ext cx="36576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483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stored in both languages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3648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नावे दोन्ही भाषांत साठवली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114800" cy="2697480"/>
          </a:xfrm>
          <a:prstGeom prst="rect">
            <a:avLst/>
          </a:prstGeom>
          <a:solidFill>
            <a:srgbClr val="01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Appears on Screen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पडद्यावर कसे दिसते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1901952"/>
            <a:ext cx="374904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20116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Toilet, Tophkhana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10912" y="23134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सार्वजनिक शौचालय, तोफखाना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10912" y="25603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Tophkhana · 24 hours · तोफखाना · २४ तास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29809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shown large, Marathi directly below in smaller type — on every label and button.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इंग्रजी मोठ्या अक्षरात, त्याखाली मराठी लहान अक्षरात — प्रत्येक शब्दासाठी.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426110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translation system drives the whole interface, so a third language can be added easily.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" y="4462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संपूर्ण ॲप एकाच भाषांतर प्रणालीवर चालते, त्यामुळे तिसरी भाषा सहज जोडता येईल.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Admin Dashboard / प्रशासन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for the Municipal Corporation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महानगरपालिकेसाठी साधने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10" name="Image 0" descr="/sessions/ecstatic-festive-dirac/mnt/outputs/shot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760720" cy="2852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133088"/>
            <a:ext cx="5760720" cy="40233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16052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 — live statistics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34340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प्रशासन डॅशबोर्ड — थेट आकडेवारी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09360" y="1234440"/>
            <a:ext cx="2468880" cy="3300984"/>
          </a:xfrm>
          <a:prstGeom prst="rect">
            <a:avLst/>
          </a:prstGeom>
          <a:solidFill>
            <a:srgbClr val="222E33"/>
          </a:solidFill>
          <a:ln/>
        </p:spPr>
      </p:sp>
      <p:sp>
        <p:nvSpPr>
          <p:cNvPr id="15" name="Text 12"/>
          <p:cNvSpPr/>
          <p:nvPr/>
        </p:nvSpPr>
        <p:spPr>
          <a:xfrm>
            <a:off x="6437376" y="132588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Tools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37376" y="153619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अधिकाऱ्यांची साधने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37376" y="1810512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facility and complaint counts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37376" y="1978631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शौचालये व तक्रारींची संख्या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37376" y="2184110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 queue with photographs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37376" y="2352229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फोटोसह तक्रार यादी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37376" y="2557707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or close any facility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37376" y="2725826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शौचालय चालू / बंद करणे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37376" y="2931305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editor — drag the pin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37376" y="3099424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स्थान दुरुस्ती — पिन ओढा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37376" y="3304903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code for every toilet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37376" y="3473022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प्रत्येक शौचालयाचा क्यूआर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37376" y="3678501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new facility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37376" y="3846620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नवीन नोंद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37376" y="4052098"/>
            <a:ext cx="2212848" cy="2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login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37376" y="4220217"/>
            <a:ext cx="2212848" cy="186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सुरक्षित प्रवेश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Security / सुरक्षा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Data and Access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माहिती व प्रवेशाचे संरक्षण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298448"/>
            <a:ext cx="5486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335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1545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डेटाबेस नियम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1344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data is public to read but only an officer can modify it. Complaints are read only by officers.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16093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शौचालयांची माहिती सर्वांना वाचता येते, बदल फक्त अधिकारी करू शकतात. तक्रारी फक्त अधिकारी वाचू शकतात.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020824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020824"/>
            <a:ext cx="5486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Restriction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किल्लीवर बंधन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20665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Firebase key is locked to the official domain and cannot be reused elsewhere.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2331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फायरबेस किल्ली फक्त अधिकृत संकेतस्थळावर चालते, दुसरीकडे वापरता येत नाही.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743200"/>
            <a:ext cx="5486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2779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Admin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" y="2990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प्रमाणित प्रशासक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2788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uses Firebase Authentication with expiring session tokens.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017520" y="30540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प्रशासक प्रवेशासाठी मुदत संपणारी सुरक्षित ओळख वापरली जाते.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465576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65576"/>
            <a:ext cx="54864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3502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3504" y="3712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दुबार मत टाळणे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0" y="35112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may rate a facility only once, enforced at the database level.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017520" y="3776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प्रत्येक उपकरण एका शौचालयाला एकदाच मत देऊ शकते.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426110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are enforced on the server, so they cannot be bypassed from the browser.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446227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सुरक्षा नियम सर्व्हरवर तपासले जातात, त्यामुळे ब्राउझरमधून टाळता येत नाहीत.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Core Features / वैशिष्ट्ये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 of the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प्रणालीची मुख्य वैशिष्ट्ये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1993392" cy="1353312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199339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4538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जवळचे आधी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1929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live walking distance.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2585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अंतरानुसार क्रम.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96312" y="1325880"/>
            <a:ext cx="1993392" cy="1353312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1325880"/>
            <a:ext cx="1993392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4538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नकाशा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1929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Markers, clustering, live position.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2585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खुणा, गट व थेट स्थान.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26864" y="1325880"/>
            <a:ext cx="1993392" cy="1353312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1325880"/>
            <a:ext cx="1993392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14538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मार्गदर्शन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1929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route in one tap.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36592" y="22585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एका स्पर्शात रस्ता.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57416" y="1325880"/>
            <a:ext cx="1993392" cy="1353312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1325880"/>
            <a:ext cx="1993392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0" name="Text 28"/>
          <p:cNvSpPr/>
          <p:nvPr/>
        </p:nvSpPr>
        <p:spPr>
          <a:xfrm>
            <a:off x="6867144" y="145389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67144" y="169164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मानांकन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67144" y="1929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on every facility.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67144" y="225856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प्रत्येक शौचालयाला गुण.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807208"/>
            <a:ext cx="1993392" cy="1353312"/>
          </a:xfrm>
          <a:prstGeom prst="rect">
            <a:avLst/>
          </a:prstGeom>
          <a:solidFill>
            <a:srgbClr val="F3E5F5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807208"/>
            <a:ext cx="1993392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Complaints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" y="31729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फोटो तक्रार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34107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gallery, up to three.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37398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कॅमेरा किंवा गॅलरी, तीनपर्यंत.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96312" y="2807208"/>
            <a:ext cx="1993392" cy="1353312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96312" y="2807208"/>
            <a:ext cx="1993392" cy="5486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42" name="Text 40"/>
          <p:cNvSpPr/>
          <p:nvPr/>
        </p:nvSpPr>
        <p:spPr>
          <a:xfrm>
            <a:off x="2606040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06040" y="31729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चाळणी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34107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accessible, open, top rated.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06040" y="37398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महिला, दिव्यांग, चालू, उत्तम.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26864" y="2807208"/>
            <a:ext cx="1993392" cy="1353312"/>
          </a:xfrm>
          <a:prstGeom prst="rect">
            <a:avLst/>
          </a:prstGeom>
          <a:solidFill>
            <a:srgbClr val="E8EAF6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26864" y="2807208"/>
            <a:ext cx="1993392" cy="54864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48" name="Text 46"/>
          <p:cNvSpPr/>
          <p:nvPr/>
        </p:nvSpPr>
        <p:spPr>
          <a:xfrm>
            <a:off x="4736592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36592" y="31729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03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इन्स्टॉल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36592" y="34107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screen, works offline.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36592" y="37398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मुख्य पडद्यावर, ऑफलाइन.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57416" y="2807208"/>
            <a:ext cx="1993392" cy="1353312"/>
          </a:xfrm>
          <a:prstGeom prst="rect">
            <a:avLst/>
          </a:prstGeom>
          <a:solidFill>
            <a:srgbClr val="FFF3E0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57416" y="2807208"/>
            <a:ext cx="1993392" cy="5486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54" name="Text 52"/>
          <p:cNvSpPr/>
          <p:nvPr/>
        </p:nvSpPr>
        <p:spPr>
          <a:xfrm>
            <a:off x="6867144" y="2935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Access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67144" y="31729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क्यूआर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67144" y="34107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 the toilet to complain.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67144" y="373989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जागेवरच स्कॅन करून तक्रार.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System Benefits / फायदे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City Gains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शहराला काय मिळते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2697480" cy="1572768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नागरिकांसाठी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toilet found in seconds, at any hour.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कोणत्याही वेळी काही सेकंदात स्वच्छ शौचालय.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325880"/>
            <a:ext cx="2697480" cy="1572768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325880"/>
            <a:ext cx="2697480" cy="5486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Women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46704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महिलांसाठी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6704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Sanitary provision and safety clearly marked.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सॅनिटरी सुविधा व सुरक्षितता स्पष्ट दिसते.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71616" y="1325880"/>
            <a:ext cx="2697480" cy="1572768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32588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14630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Divyang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99632" y="172821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दिव्यांगांसाठी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002536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facilities filtered separately.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28600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दिव्यांगस्नेही शौचालये वेगळी दिसतात.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26664"/>
            <a:ext cx="2697480" cy="1572768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26664"/>
            <a:ext cx="2697480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Corporation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प्रशासनासाठी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with photographs and dates.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फोटो व तारखांसह प्रत्यक्ष पुरावा.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18688" y="3026664"/>
            <a:ext cx="2697480" cy="1572768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18688" y="3026664"/>
            <a:ext cx="2697480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6" name="Text 34"/>
          <p:cNvSpPr/>
          <p:nvPr/>
        </p:nvSpPr>
        <p:spPr>
          <a:xfrm>
            <a:off x="3346704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Running Cost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346704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शून्य खर्च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46704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within their free tiers.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46704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सर्व सेवा मोफत मर्यादेत.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71616" y="3026664"/>
            <a:ext cx="2697480" cy="1572768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1616" y="3026664"/>
            <a:ext cx="26974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2" name="Text 40"/>
          <p:cNvSpPr/>
          <p:nvPr/>
        </p:nvSpPr>
        <p:spPr>
          <a:xfrm>
            <a:off x="6199632" y="31638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Swachh Bharat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199632" y="342900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स्वच्छ भारत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9632" y="3703320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data for mission reporting.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9632" y="3986784"/>
            <a:ext cx="2441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अभियानासाठी मोजता येणारी माहिती.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Future Scope / पुढील वाटचाल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पुढे काय करणार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F7F9F8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109728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5270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3716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Release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00200" y="15727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प्ले स्टोअरवर प्रकाशन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43400" y="1399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web app as an Android application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43400" y="16367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ॲन्ड्रॉइड ॲप म्हणून प्रकाशित करणे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499616"/>
            <a:ext cx="1207008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53619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075688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075688"/>
            <a:ext cx="10972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22768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121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600200" y="23225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त्वरित सूचना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2148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officers the moment a complaint arrives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43400" y="23865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येताच अधिकाऱ्यांना सूचना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06640" y="2249424"/>
            <a:ext cx="1207008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28600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25496"/>
            <a:ext cx="8412480" cy="640080"/>
          </a:xfrm>
          <a:prstGeom prst="rect">
            <a:avLst/>
          </a:prstGeom>
          <a:solidFill>
            <a:srgbClr val="F7F9F8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825496"/>
            <a:ext cx="1097280" cy="6400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30266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2871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Assignment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600200" y="3072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कर्मचारी नेमणूक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43400" y="2898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complaint to the responsible worker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43400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प्रत्येक तक्रार जबाबदार कर्मचाऱ्याकडे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06640" y="2999232"/>
            <a:ext cx="1207008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30358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57530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575304"/>
            <a:ext cx="1097280" cy="6400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3776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00200" y="36210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600200" y="3822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इतर शहरे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43400" y="36484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municipal corporations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43400" y="3886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इतर महानगरपालिकांपर्यंत विस्तार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06640" y="3749040"/>
            <a:ext cx="1207008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5" name="Text 43"/>
          <p:cNvSpPr/>
          <p:nvPr/>
        </p:nvSpPr>
        <p:spPr>
          <a:xfrm>
            <a:off x="7406640" y="37856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370832"/>
            <a:ext cx="8412480" cy="40233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4074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planned — custom domain, more languages, and an open sanitation data portal.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45902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तसेच — स्वतःचे संकेतस्थळ नाव, अधिक भाषा, आणि खुले माहिती पोर्टल.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Conclusion / निष्कर्ष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सारांश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turns a scattered, invisible public service into a mapped, rated and accountable one — at no running cost.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टॉयलेट सेवा विखुरलेल्या, अदृश्य सार्वजनिक सेवेला नकाशावर आणते, तिचे मूल्यमापन करते आणि उत्तरदायी बनवते — तेही शून्य खर्चात.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4114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4871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toilets of Ahilyanagar are mapped with live walking distance.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अहिल्यानगरची सर्व २६ शौचालये थेट अंतरासह नकाशावर आहेत.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4114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077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rate and lodge a photo complaint in under a minute.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0906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नागरिक एका मिनिटात मत देऊ शकतात व फोटो तक्रार नोंदवू शकतात.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364992"/>
            <a:ext cx="4114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3284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Corporation receives evidence-based reports through a secure dashboard.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5112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महानगरपालिकेला सुरक्षित डॅशबोर्डवर पुराव्यासह अहवाल मिळतात.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85616"/>
            <a:ext cx="4114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7490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serves Marathi and English readers simultaneously.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931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ॲप मराठी व इंग्रजी दोन्ही वाचकांना एकाच वेळी सेवा देते.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4114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1696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free and open technologies, and already live on the internet.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43525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मोफत व खुल्या तंत्रज्ञानावर बनवले असून आधीच इंटरनेटवर चालू आहे.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धन्यवाद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0" y="2670048"/>
            <a:ext cx="1828800" cy="2560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  ·  प्रश्नांचे स्वागत आहे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291840"/>
            <a:ext cx="3657600" cy="402336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374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toilet-seva.netlify.app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टॉयलेट सेवा  ·  Ahilyanagar Municipal Corporation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1696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Jangale Navnath  ·  जांगले नवनाथ  ·  jangalenavnath333@gmail.com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2026-08-16T17:33:06Z</dcterms:created>
  <dcterms:modified xsi:type="dcterms:W3CDTF">2026-08-16T17:33:06Z</dcterms:modified>
</cp:coreProperties>
</file>